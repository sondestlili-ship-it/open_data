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114800"/>
            <a:ext cx="2560320" cy="2560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731520" y="475488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40080"/>
            <a:ext cx="1275588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8236" y="640080"/>
            <a:ext cx="1275588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Nutrition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640080"/>
            <a:ext cx="185166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Next.js + 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</a:defRPr>
            </a:pPr>
            <a:r>
              <a:t>FoodFact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</a:defRPr>
            </a:pPr>
            <a:r>
              <a:t>Explorer · Comparer · Manger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Application web alimentée par l'Open Data d'OpenFoodFacts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7863840" cy="9144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Projet NutriRecherche  ·  MIT License  ·  GitHub : Yamnyr/NutriRecherche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10 minutes · Open Data &amp;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2/12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Contexte &amp; 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476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Pourquoi FoodFact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468880"/>
            <a:ext cx="502920" cy="8686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Open Data &amp; OpenFoodFacts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077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Source, licence, réutilisation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387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Architecture &amp;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67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Frontend, backend, flux de données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389120"/>
            <a:ext cx="502920" cy="8686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988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Fonctionnalités &amp; démo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280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Ce que voit l'utilisateur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4924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589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Valeur ajoutée &amp;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788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Notre couche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Une info nutritionnelle difficile à exploiter au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3/12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8138160" cy="5029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7808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⚠  Problème 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7808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Étiquettes complexes, scores multiples (Nutri-Score, NOVA, Éco-Score)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Impossible de comparer facilement des produits similaires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9077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✓  Notre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273552"/>
            <a:ext cx="22768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Interface claire pour explorer 3M+ produits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Filtres avancés + vues multiples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74320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2743200"/>
            <a:ext cx="260604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9077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🌐  Open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273552"/>
            <a:ext cx="22768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Données OpenFoodFacts — pas de base propriétaire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Licence ODbL, API publique gratuite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74320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0760" y="2743200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29077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★  Résultat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273552"/>
            <a:ext cx="22768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Recherche, comparaison, alternatives saines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URL partageable, mode clair/sombre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920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Objectif : rendre l'information nutritionnelle accessible, comparable et actionnable.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Qu'est-ce que l'Open Data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Données publiques, ouvertes et réutilisables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4/12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87451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Gratuit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15453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Accès sans frais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pour tous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417320"/>
            <a:ext cx="187451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1417320"/>
            <a:ext cx="1874519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Ouvert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947672"/>
            <a:ext cx="15453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Formats ouverts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(JSON, API REST)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417320"/>
            <a:ext cx="187451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417320"/>
            <a:ext cx="1874519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Réutilisable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1947672"/>
            <a:ext cx="15453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Licence claire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(ODbL chez OFF)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417320"/>
            <a:ext cx="187451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141732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947672"/>
            <a:ext cx="15453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Apps citoyennes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sans recréer la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6324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063240"/>
            <a:ext cx="813816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FoodFact = consommateur d'Open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118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Nous ne produisons pas les données — nous les valorisons via UX et API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Modèle : Frontend → Backend Scala → OpenFoodFacts (source externe)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Aligné avec les principes open source : transparence, réutilisation, communauté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OpenFoodFacts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world.openfoodfacts.org — la base collaborative mondiale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5/12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produits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3716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1371600"/>
            <a:ext cx="182880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5727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180+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3716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727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ODbL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licence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0"/>
            <a:ext cx="2240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224028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727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REST publique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834640"/>
            <a:ext cx="38404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834640"/>
            <a:ext cx="384048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99232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📱  Comment ça marche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3364992"/>
            <a:ext cx="35112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Crowdsourcing : scans code-barres via l'app mobile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Contributions bénévoles du monde entier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Données enrichies : scores, ingrédients, images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Mise à jour continue par la communauté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834640"/>
            <a:ext cx="40690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2834640"/>
            <a:ext cx="406908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999232"/>
            <a:ext cx="3739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📊  Données exploitées par FoodFact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3364992"/>
            <a:ext cx="37398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Nutri-Score (A→E) · Éco-Score · NOVA (1→4)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Nutriments / 100g : énergie, sucres, graisses…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Ingrédients, allergènes, marques, pays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Images produits + lien vers la fiche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080760"/>
            <a:ext cx="502920" cy="292608"/>
          </a:xfrm>
          <a:prstGeom prst="roundRect">
            <a:avLst/>
          </a:prstGeom>
          <a:solidFill>
            <a:srgbClr val="00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9848" y="6080760"/>
            <a:ext cx="502920" cy="292608"/>
          </a:xfrm>
          <a:prstGeom prst="roundRect">
            <a:avLst/>
          </a:prstGeom>
          <a:solidFill>
            <a:srgbClr val="85B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36776" y="6080760"/>
            <a:ext cx="502920" cy="292608"/>
          </a:xfrm>
          <a:prstGeom prst="roundRect">
            <a:avLst/>
          </a:prstGeom>
          <a:solidFill>
            <a:srgbClr val="FEC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03704" y="6080760"/>
            <a:ext cx="502920" cy="292608"/>
          </a:xfrm>
          <a:prstGeom prst="roundRect">
            <a:avLst/>
          </a:prstGeom>
          <a:solidFill>
            <a:srgbClr val="EE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70632" y="6080760"/>
            <a:ext cx="502920" cy="292608"/>
          </a:xfrm>
          <a:prstGeom prst="roundRect">
            <a:avLst/>
          </a:prstGeom>
          <a:solidFill>
            <a:srgbClr val="E63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053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Échelle Nutri-Score affichée dans l'application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Open Data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OUI — OpenFoodFacts est une source ouverte, gratuite et réutilisable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Client-serveur · 3 couches · séparation des responsabilités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7/12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73152" cy="1417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Couche 1 — Présentation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Next.js · React ·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Port 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UI/UX · Filtres · Graphiques Recharts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État local · URL partageable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Mode clair / sombre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017520"/>
            <a:ext cx="73152" cy="1417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Couche 2 — API métier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</a:defRPr>
            </a:pPr>
            <a:r>
              <a:t>Scala 3 · http4s · Cats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Port 8080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Proxy intelligent vers OFF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Cache mémoire · Rate limiting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Filtres, tri, pagination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434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73152" cy="1417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Couche 3 — Open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</a:defRPr>
            </a:pPr>
            <a:r>
              <a:t>OpenFoodFacts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Externe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Source de vérité des produits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3M+ fiches JSON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▸  Pas de dépendance propriétaire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2636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Flux : Utilisateur  →  Frontend  →  API Scala  →  OpenFoodFacts  →  Affichage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Technologies choisies pour performance et maintenabilité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8/12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813816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467612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Next.js 14+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0260" y="1965960"/>
            <a:ext cx="9144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4388" y="1965960"/>
            <a:ext cx="13716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5716" y="1965960"/>
            <a:ext cx="1563624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9068" y="1965960"/>
            <a:ext cx="1275588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shadcn/ui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44384" y="1965960"/>
            <a:ext cx="1179576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965960"/>
            <a:ext cx="987552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Lucide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175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017520"/>
            <a:ext cx="813816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1275588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Scala 3.3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88236" y="3566160"/>
            <a:ext cx="987552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http4s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5516" y="3566160"/>
            <a:ext cx="9144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Circe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9644" y="3566160"/>
            <a:ext cx="1467612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Cats Effect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6984" y="3566160"/>
            <a:ext cx="1563624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Ember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3566160"/>
            <a:ext cx="1083564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17720"/>
            <a:ext cx="8138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4617720"/>
            <a:ext cx="813816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Qualité &amp; Ops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66360"/>
            <a:ext cx="2043684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OpenFoodFacts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6332" y="5166360"/>
            <a:ext cx="987552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53612" y="5166360"/>
            <a:ext cx="1659636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MUnit (tests)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2976" y="5166360"/>
            <a:ext cx="9144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7104" y="5166360"/>
            <a:ext cx="281178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CORS · Cache · Rate 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Choix : typage fort (TS + Scala), effets fonctionnels, composants UI réutilisables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Parcours utilisateur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9/12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Debounce 400 ms · requête sans rechargement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17320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260604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Filtres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947672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Marque · Pays · Nutri-Score · NOVA · nutriments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1417320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Tri &amp;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947672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Énergie, sucres, graisses · « Charger plus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39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291839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56431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3 vues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822191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Grille · Tableau · Statistiques (Recharts)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291839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91840" y="3291839"/>
            <a:ext cx="260604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456431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Fiche produit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3822191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Ingrédients · Allergènes · Lien 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291839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80760" y="3291839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456431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Alternatives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822191"/>
            <a:ext cx="22768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Produits similaires triés par Nutri-Score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4924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Exemple de parcours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790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Rechercher « yaourt » → Filtrer Nutri-Score A/B → Comparer en tableau → Ouvrir fiche → Voir alternatives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Parcours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De la recherche à la décision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920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7373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Accueil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155448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Barre de recherche + filtres latéraux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508760"/>
            <a:ext cx="1920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173736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Résultats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880360"/>
            <a:ext cx="155448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06324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Grille de ProductCard avec scores colorés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508760"/>
            <a:ext cx="1920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94960" y="17373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Comparaison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880360"/>
            <a:ext cx="155448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06324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Vue tableau ou graphiques statistiques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508760"/>
            <a:ext cx="1920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0" y="17373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Détail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2880360"/>
            <a:ext cx="155448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06324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Fiche complète + alternatives plus saines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578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localhost:3000  ·  URL partageable  ·  thème clair / sombre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Notre 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Couche intelligente entre l'UI et OpenFoodFacts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11/12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GET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1848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Vérification du serveur → {"status":"ok"}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77440"/>
            <a:ext cx="8138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54864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GET /api/search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Recherche + 12 paramètres (filtres, tri, pagination)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8138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54864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472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GET /api/product/{code}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387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Détail produit + alternatives par catégorie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3484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96519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TTL 300 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Réponses en mémoire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443484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4600" y="4434840"/>
            <a:ext cx="1874519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Rate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496519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30 req/min/IP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Protection 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43484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4434840"/>
            <a:ext cx="1874519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96519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Normalisation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CountryUtils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43484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37960" y="443484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Erreurs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496519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502/504/400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▸  Messages clairs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303520"/>
            <a:ext cx="3474720" cy="3474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En résumé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6949440" cy="77724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Open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957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OpenFoodFacts = source ouverte, 3M+ produits, licence ODbL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00400"/>
            <a:ext cx="6949440" cy="77724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101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FoodFact valorise les données via UX, filtres et comparaisons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6949440" cy="77724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24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Next.js + Scala/http4s — cache, rate limit, tests MUnit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029200"/>
            <a:ext cx="6949440" cy="77724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138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Manger mieux grâce à des données publiques réutilisables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Merci — Questions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github.com/Yamnyr/NutriRecherche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FoodFact · NutriRecherche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