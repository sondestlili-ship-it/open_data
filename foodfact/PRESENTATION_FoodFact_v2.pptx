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FoodFact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</a:defRPr>
            </a:pPr>
            <a:r>
              <a:t>Open Data alimentaire · OpenFoodFacts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Rechercher · Comparer · Manger mieux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NutriRecherche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Le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8138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81381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Objectif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App web pour explorer la nutrition des produits alimentaires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004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200400"/>
            <a:ext cx="26060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01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Problème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Trop d'infos, difficile à comparer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2004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3200400"/>
            <a:ext cx="26060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01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Réutiliser l'Open Data d'OpenFoodFacts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2004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3200400"/>
            <a:ext cx="26060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401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Résultat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Interface claire + filtres + scores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Open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Données libres, réutilisables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840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928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Gratuit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Accès public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691640"/>
            <a:ext cx="384048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8928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Ouvert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JSON /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59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566159"/>
            <a:ext cx="3840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7327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Licence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051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Réutilisation 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566159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3566159"/>
            <a:ext cx="384048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767327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16051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Apps sans recréer la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23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Notre rôle : consommateur d'Open Data, pas producteur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OpenFoodFacts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world.openfoodfacts.org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840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C'est quoi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474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Base collaborative mondiale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3M+ produits alimentaires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Crowdsourcing (scans)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Licence ODbL (ouverte)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08760"/>
            <a:ext cx="4069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508760"/>
            <a:ext cx="406908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709928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Données dispo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3703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Nutri-Score · Éco-Score · NOVA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Ingrédients · Allergènes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Nutrition / 100g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Images · Marques · Pays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Open Data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0B981"/>
                </a:solidFill>
              </a:defRPr>
            </a:pPr>
            <a:r>
              <a:t>OUI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4748B"/>
                </a:solidFill>
              </a:defRPr>
            </a:pPr>
            <a:r>
              <a:t>API REST publique OpenFoodFacts</a:t>
            </a:r>
          </a:p>
          <a:p>
            <a:pPr>
              <a:spcAft>
                <a:spcPts val="1400"/>
              </a:spcAft>
              <a:defRPr sz="1800">
                <a:solidFill>
                  <a:srgbClr val="64748B"/>
                </a:solidFill>
              </a:defRPr>
            </a:pPr>
            <a:r>
              <a:t>Backend Scala → JSON → Frontend Next.js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3 couches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6060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Next.js 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UI · Filtres · Graphiques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2011680"/>
            <a:ext cx="26060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</a:defRPr>
            </a:pPr>
            <a:r>
              <a:t>Scala :8080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API · Cache · Filtres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1168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011680"/>
            <a:ext cx="260604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Open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</a:defRPr>
            </a:pPr>
            <a:r>
              <a:t>OpenFoodFacts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Source produits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Utilisateur  →  Notre API  →  OpenFoodFacts  →  Affichage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61288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Next.js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1368" y="1783080"/>
            <a:ext cx="10058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783080"/>
            <a:ext cx="14630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1783080"/>
            <a:ext cx="126187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Tailwind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83080"/>
            <a:ext cx="126187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1161288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Scala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1368" y="3017520"/>
            <a:ext cx="106070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http4s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3017520"/>
            <a:ext cx="10058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2232" y="3017520"/>
            <a:ext cx="156362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Cats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Open Data &amp; DevOps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51960"/>
            <a:ext cx="2167128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OpenFoodFacts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4251960"/>
            <a:ext cx="106070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4251960"/>
            <a:ext cx="10058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8072" y="4251960"/>
            <a:ext cx="10058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MUnit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Fonctionnalités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Ce que voit l'utilisateur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060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Recherche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Debounce + 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0020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600200"/>
            <a:ext cx="260604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013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Filtres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Marque · Pays · NOVA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60020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60" y="1600200"/>
            <a:ext cx="26060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013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Nutri · Éco · Nutrition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260604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673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Vues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Grille · Table · Stats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56616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91840" y="3566160"/>
            <a:ext cx="26060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7673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Fiche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16052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Ingrédients · Allergènes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56616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0760" y="3566160"/>
            <a:ext cx="260604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673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Plus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16052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Alternatives saines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Notre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Valeur ajoutée sur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Statut serveur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/api/search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Recherche + filtres +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/api/product/{code}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Détail + alternatives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34840"/>
            <a:ext cx="8138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813816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360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+ Cache  ·  Rate limit  ·  Tri  ·  Pays normalisés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Couche intelligente entre l'UI et OpenFoodFacts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0B981"/>
                </a:solidFill>
              </a:defRPr>
            </a:pPr>
            <a:r>
              <a:t>•  Open Data = OpenFoodFacts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0B981"/>
                </a:solidFill>
              </a:defRPr>
            </a:pPr>
            <a:r>
              <a:t>•  App = valorisation +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0B981"/>
                </a:solidFill>
              </a:defRPr>
            </a:pPr>
            <a:r>
              <a:t>•  Stack = Next.js + 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