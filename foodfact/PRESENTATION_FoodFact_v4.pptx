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0" y="-914400"/>
            <a:ext cx="3840480" cy="3840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4114800"/>
            <a:ext cx="2560320" cy="2560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731520" y="4754880"/>
            <a:ext cx="2743200" cy="2743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640080"/>
            <a:ext cx="1275588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Open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5396" y="640080"/>
            <a:ext cx="1275588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Nutrition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640080"/>
            <a:ext cx="185166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Next.js + Scala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800" b="1">
                <a:solidFill>
                  <a:srgbClr val="FFFFFF"/>
                </a:solidFill>
                <a:latin typeface="Segoe UI"/>
              </a:defRPr>
            </a:pPr>
            <a:r>
              <a:t>FoodFact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0B981"/>
                </a:solidFill>
                <a:latin typeface="Segoe UI"/>
              </a:defRPr>
            </a:pPr>
            <a:r>
              <a:t>Explorer · Comparer · Manger mieux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Application web alimentée par l'Open Data d'OpenFoodFacts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t>NutriRecherche  ·  31/05/2026  ·  MIT License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Plan de la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15 minutes · Open Data, technique &amp; démo live (~5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2/18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8138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02920" cy="868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2704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3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490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Contexte &amp;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8288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Pourquoi FoodFact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77440"/>
            <a:ext cx="8138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377440"/>
            <a:ext cx="502920" cy="8686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4871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3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450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Open Data &amp; OpenFoodFacts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7889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Source, licence, réutilisation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37560"/>
            <a:ext cx="8138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3337560"/>
            <a:ext cx="502920" cy="868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44728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429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4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4107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Architecture &amp;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7490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Frontend, backend, flux de données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297680"/>
            <a:ext cx="8138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297680"/>
            <a:ext cx="502920" cy="8686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4074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389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3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43708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Fonctionnalités &amp; mockups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709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Ce que voit l'utilisateur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257800"/>
            <a:ext cx="81381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20" y="5257800"/>
            <a:ext cx="502920" cy="868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36752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349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5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53309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Démo live + conclusion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5669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Lancement app · scénario yaourt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Le constat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Avant / Après FoodFact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3/18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840480" cy="4389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840480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Segoe UI"/>
              </a:defRPr>
            </a:pPr>
            <a:r>
              <a:t>Sans FoodFact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Étiquettes illisibles en magasin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Scores multiples difficiles à comparer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Pas de vue d'ensemble sur une catégorie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Recherche manuelle produit par produit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417320"/>
            <a:ext cx="3840480" cy="4389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00600" y="1417320"/>
            <a:ext cx="38404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600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Avec FoodFact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0116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Recherche instantanée sur 3M+ produits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Filtres Nutri-Score, NOVA, nutriments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Comparaison grille / tableau / graphiques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Alternatives plus saines en un clic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8932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Objectif : rendre l'information nutritionnelle accessible, comparable et actionnable.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Notre réponse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Problème → Solution → Résultat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4/18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2606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2606040" cy="5029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7335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Problème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039112"/>
            <a:ext cx="22768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Info nutritionnelle fragmentée et complexe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Comparaison difficile entre produits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08760"/>
            <a:ext cx="2606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91840" y="1508760"/>
            <a:ext cx="2606040" cy="502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67335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039112"/>
            <a:ext cx="22768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Réutiliser l'Open Data OpenFoodFacts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Backend Scala + Frontend Next.js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508760"/>
            <a:ext cx="2606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80760" y="1508760"/>
            <a:ext cx="2606040" cy="5029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67335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Résultat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2039112"/>
            <a:ext cx="22768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UX claire · filtres · scores visuels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URL partageable · mode clair/sombre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40480"/>
            <a:ext cx="8138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3840480"/>
            <a:ext cx="8138160" cy="457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Proposition de valeur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3484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Consommateur d'Open Data — pas de base propriétaire à maintenir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Couche API intelligente : cache, rate limit, filtres, normalisation pays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Interface moderne pour explorer, comparer et choisir mieux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Qu'est-ce que l'Open Data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Données publiques, ouvertes et réutilisables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5/18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874519" cy="502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81912"/>
            <a:ext cx="1545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Gratuit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47672"/>
            <a:ext cx="15453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Accès sans frais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1417320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14600" y="1417320"/>
            <a:ext cx="1874519" cy="5029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2" y="1581912"/>
            <a:ext cx="1545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Ouvert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1947672"/>
            <a:ext cx="15453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JSON / API REST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417320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26280" y="1417320"/>
            <a:ext cx="1874519" cy="5029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1581912"/>
            <a:ext cx="1545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Réutilisable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1947672"/>
            <a:ext cx="15453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Licence ODbL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417320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37960" y="1417320"/>
            <a:ext cx="1874519" cy="502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1581912"/>
            <a:ext cx="1545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1947672"/>
            <a:ext cx="15453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Apps citoyennes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880360"/>
            <a:ext cx="38404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017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Producteur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33756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▸  OpenFoodFacts collecte les données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▸  Communauté mondiale (crowdsourcing)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▸  Licence ODbL — partage autorisé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434840" y="4114800"/>
            <a:ext cx="457200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0" y="2880360"/>
            <a:ext cx="36118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0" y="2880360"/>
            <a:ext cx="36118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Consommateur — FoodFact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33375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▸  Valorise via UX et API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▸  Ne produit pas les données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▸  Transparence · réutilisation · open source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OpenFoodFacts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world.openfoodfacts.org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6/18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1828800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904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3M+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39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produits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132588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68880" y="1325880"/>
            <a:ext cx="1828800" cy="457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14904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6B6D4"/>
                </a:solidFill>
                <a:latin typeface="Segoe UI"/>
              </a:defRPr>
            </a:pPr>
            <a:r>
              <a:t>180+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039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32588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4840" y="1325880"/>
            <a:ext cx="1828800" cy="457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4904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B5CF6"/>
                </a:solidFill>
                <a:latin typeface="Segoe UI"/>
              </a:defRPr>
            </a:pPr>
            <a:r>
              <a:t>ODbL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039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licence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25880"/>
            <a:ext cx="2240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1325880"/>
            <a:ext cx="2240280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490472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03911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REST publique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697480"/>
            <a:ext cx="3840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2697480"/>
            <a:ext cx="3840480" cy="502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862072"/>
            <a:ext cx="3511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Comment ça marche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3227832"/>
            <a:ext cx="35112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Scans code-barres via app mobile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Contributions bénévoles mondiales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Scores, ingrédients, images enrichis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Mise à jour continue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2697480"/>
            <a:ext cx="40690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0" y="2697480"/>
            <a:ext cx="4069080" cy="5029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2862072"/>
            <a:ext cx="3739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Données exploitées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3227832"/>
            <a:ext cx="37398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Nutri-Score · Éco-Score · NOVA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Nutriments / 100g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Ingrédients · allergènes · marques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Images + lien fiche OFF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486400"/>
            <a:ext cx="457200" cy="2743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" y="5486400"/>
            <a:ext cx="457200" cy="274320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63624" y="5486400"/>
            <a:ext cx="457200" cy="27432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93976" y="5486400"/>
            <a:ext cx="457200" cy="2743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24328" y="5486400"/>
            <a:ext cx="45720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440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Échelle Nutri-Score (A = meilleur · E = moins bon)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Open Data confirmé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OpenFoodFacts = source ouverte, gratuite, réutilisable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7/18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931920" cy="2560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93192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onsolas"/>
              </a:defRPr>
            </a:pPr>
            <a:r>
              <a:t>{ "code": "3560070460096",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2821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"product_name": "Yaourt nature",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938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"brands": "Danone",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305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"nutriscore_grade": "a",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317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"nova_group": 1,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328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onsolas"/>
              </a:defRPr>
            </a:pPr>
            <a:r>
              <a:t>  "nutriments": { "energy-kcal_100g": 61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3405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417320"/>
            <a:ext cx="39776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63440" y="1417320"/>
            <a:ext cx="3977639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Pourquoi c'est de l'Open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96596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▸  API REST publique sans clé API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▸  Format JSON ouvert et documenté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▸  Licence ODbL — réutilisation autorisée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Segoe UI"/>
              </a:defRPr>
            </a:pPr>
            <a:r>
              <a:t>▸  FoodFact consomme, ne verrouille pas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Chaîne : OpenFoodFacts  →  Backend Scala  →  Frontend Next.js  →  Utilisateur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Client-serveur · 3 couches · séparation des responsabilités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8/18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25298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252984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234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92808"/>
            <a:ext cx="234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  <a:latin typeface="Segoe UI"/>
              </a:defRPr>
            </a:pPr>
            <a:r>
              <a:t>Next.js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26080"/>
            <a:ext cx="234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:3000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78480" y="2267712"/>
            <a:ext cx="228600" cy="21945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07080" y="1508760"/>
            <a:ext cx="25298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07080" y="1508760"/>
            <a:ext cx="252984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98520" y="1645920"/>
            <a:ext cx="234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8520" y="1892808"/>
            <a:ext cx="234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6B6D4"/>
                </a:solidFill>
                <a:latin typeface="Segoe UI"/>
              </a:defRPr>
            </a:pPr>
            <a:r>
              <a:t>Scala/http4s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8520" y="2926080"/>
            <a:ext cx="234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:8080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82640" y="2267712"/>
            <a:ext cx="228600" cy="219456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11240" y="1508760"/>
            <a:ext cx="25298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11240" y="1508760"/>
            <a:ext cx="252984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2680" y="1645920"/>
            <a:ext cx="234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Open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2680" y="1892808"/>
            <a:ext cx="234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5CF6"/>
                </a:solidFill>
                <a:latin typeface="Segoe UI"/>
              </a:defRPr>
            </a:pPr>
            <a:r>
              <a:t>OpenFoodFacts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2680" y="2926080"/>
            <a:ext cx="234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externe</a:t>
            </a:r>
          </a:p>
        </p:txBody>
      </p:sp>
      <p:sp>
        <p:nvSpPr>
          <p:cNvPr id="25" name="Oval 24"/>
          <p:cNvSpPr/>
          <p:nvPr/>
        </p:nvSpPr>
        <p:spPr>
          <a:xfrm>
            <a:off x="594360" y="386791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7947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Frontend — Port 3000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050792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UI · Filtres · Graphiques · URL partageable · thème clair/sombre</a:t>
            </a:r>
          </a:p>
        </p:txBody>
      </p:sp>
      <p:sp>
        <p:nvSpPr>
          <p:cNvPr id="28" name="Oval 27"/>
          <p:cNvSpPr/>
          <p:nvPr/>
        </p:nvSpPr>
        <p:spPr>
          <a:xfrm>
            <a:off x="594360" y="4553712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4805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Backend — Port 8080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736592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Proxy OFF · Cache 300s · Rate limit 30/min · Filtres &amp; tri</a:t>
            </a:r>
          </a:p>
        </p:txBody>
      </p:sp>
      <p:sp>
        <p:nvSpPr>
          <p:cNvPr id="31" name="Oval 30"/>
          <p:cNvSpPr/>
          <p:nvPr/>
        </p:nvSpPr>
        <p:spPr>
          <a:xfrm>
            <a:off x="594360" y="5239512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1663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OpenFoodFacts — Externe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422392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Source de vérité · 3M+ fiches JSON · Pas de lock-in propriétaire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Flux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Requête GET /api/search — de l'utilisateur à OpenFoodFacts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9/18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8138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58191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27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Utilisateur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28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Saisit « yaourt » + filtre Nutri-Score A/B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86000"/>
            <a:ext cx="8138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2450592"/>
            <a:ext cx="438912" cy="4389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95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697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Debounce 300 ms · sync URL · appel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54680"/>
            <a:ext cx="8138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3319272"/>
            <a:ext cx="438912" cy="43891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644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566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Vérifie cache · rate limit · construit requête OFF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23360"/>
            <a:ext cx="8138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41879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33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OpenFoodFacts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434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Retourne JSON produits bruts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92040"/>
            <a:ext cx="8138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5056632"/>
            <a:ext cx="438912" cy="4389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001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Affichage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303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Filtres appliqués · tri · pagination · ProductCard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Stack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Choix motivés par typage fort, effets fonctionnels et Open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10/18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8138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8138160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813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47088"/>
            <a:ext cx="1467612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Next.js 14+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80260" y="1847088"/>
            <a:ext cx="91440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4388" y="1847088"/>
            <a:ext cx="137160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TypeScript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85716" y="1847088"/>
            <a:ext cx="1179576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Tailwind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75020" y="1847088"/>
            <a:ext cx="1275588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shadcn/ui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1847088"/>
            <a:ext cx="1179576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Recharts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24912"/>
            <a:ext cx="8138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2724912"/>
            <a:ext cx="8138160" cy="457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00400"/>
            <a:ext cx="1275588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Scala 3.3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88236" y="3200400"/>
            <a:ext cx="987552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http4s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85516" y="3200400"/>
            <a:ext cx="914400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Circe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09644" y="3200400"/>
            <a:ext cx="1467612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Cats Effect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86984" y="3200400"/>
            <a:ext cx="914400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Ember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11112" y="3200400"/>
            <a:ext cx="914400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MUnit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078224"/>
            <a:ext cx="8138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078224"/>
            <a:ext cx="8138160" cy="457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1879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Ops &amp; Open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553712"/>
            <a:ext cx="1659636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OpenFoodFacts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72284" y="4553712"/>
            <a:ext cx="987552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Docker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69564" y="4553712"/>
            <a:ext cx="91440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93692" y="4553712"/>
            <a:ext cx="91440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17820" y="4553712"/>
            <a:ext cx="91440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Cache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1948" y="4553712"/>
            <a:ext cx="137160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Rate limit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440680"/>
            <a:ext cx="8138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57784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Pourquoi Scala + Next.js ? Séparation claire · typage TS + Scala · effets Cats · écosystème React riche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Fonctionnalités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Parcours utilisateur complet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11/18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606040" cy="502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8191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Recherche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47672"/>
            <a:ext cx="2276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Debounce 300 ms · URL partageable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417320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91840" y="1417320"/>
            <a:ext cx="2606040" cy="5029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58191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Filtres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1947672"/>
            <a:ext cx="2276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Marque · Pays · Nutri · NOVA · nutriments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417320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80760" y="1417320"/>
            <a:ext cx="2606040" cy="5029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58191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Tri &amp; pages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1947672"/>
            <a:ext cx="2276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Énergie, sucres, graisses · Charger plus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00400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3200400"/>
            <a:ext cx="2606040" cy="502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36499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3 vues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3730752"/>
            <a:ext cx="2276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Grille · Tableau · Statistiques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3200400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91840" y="3200400"/>
            <a:ext cx="2606040" cy="5029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336499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Fiche produit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3730752"/>
            <a:ext cx="2276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Ingrédients · Allergènes · Lien OFF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3200400"/>
            <a:ext cx="26060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80760" y="3200400"/>
            <a:ext cx="2606040" cy="5029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5352" y="3364992"/>
            <a:ext cx="2276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Alternatives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2" y="3730752"/>
            <a:ext cx="22768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Similaires triés par Nutri-Score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25780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yaourt → Nutri A/B → tableau → fiche → alternatives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Interface — Recherche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Mockup UI · page d'accueil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12/18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81381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8138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46304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1" y="1463040"/>
            <a:ext cx="109728" cy="109728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146304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1444752"/>
            <a:ext cx="731520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1453896"/>
            <a:ext cx="7223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localhost:3000/?q=yaourt&amp;nutriscore=a,b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783080"/>
            <a:ext cx="169164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1892808"/>
            <a:ext cx="1472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Filtres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194560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Segoe UI"/>
              </a:defRPr>
            </a:pPr>
            <a:r>
              <a:t>Pays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" y="2377440"/>
            <a:ext cx="1472184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241401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  <a:latin typeface="Segoe UI"/>
              </a:defRPr>
            </a:pPr>
            <a:r>
              <a:t>France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2724912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Segoe UI"/>
              </a:defRPr>
            </a:pPr>
            <a:r>
              <a:t>Marque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" y="2907792"/>
            <a:ext cx="1472184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294436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  <a:latin typeface="Segoe UI"/>
              </a:defRPr>
            </a:pPr>
            <a:r>
              <a:t>Danone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255264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Segoe UI"/>
              </a:defRPr>
            </a:pPr>
            <a:r>
              <a:t>Nutri-Score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" y="3438144"/>
            <a:ext cx="1472184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347472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  <a:latin typeface="Segoe UI"/>
              </a:defRPr>
            </a:pPr>
            <a:r>
              <a:t>A,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3785616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Segoe UI"/>
              </a:defRPr>
            </a:pPr>
            <a:r>
              <a:t>NOVA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" y="3968496"/>
            <a:ext cx="1472184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400507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  <a:latin typeface="Segoe UI"/>
              </a:defRPr>
            </a:pPr>
            <a:r>
              <a:t>1, 2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315968"/>
            <a:ext cx="1472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Segoe UI"/>
              </a:defRPr>
            </a:pPr>
            <a:r>
              <a:t>Nutri-Score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" y="4517136"/>
            <a:ext cx="292608" cy="23774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453542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3272" y="4517136"/>
            <a:ext cx="292608" cy="237744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" y="453542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62456" y="4517136"/>
            <a:ext cx="292608" cy="2377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62456" y="453542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91640" y="4517136"/>
            <a:ext cx="292608" cy="2377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1640" y="453542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20824" y="4517136"/>
            <a:ext cx="292608" cy="2377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453542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77439" y="1783080"/>
            <a:ext cx="6172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468879" y="18562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88919" y="18745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yaourt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79" y="1837944"/>
            <a:ext cx="658368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79" y="187452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Grille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68311" y="1837944"/>
            <a:ext cx="658368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68311" y="187452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Table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81543" y="1837944"/>
            <a:ext cx="658368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81543" y="187452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Stats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77439" y="2286000"/>
            <a:ext cx="3017520" cy="2286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450591" y="2359152"/>
            <a:ext cx="2871216" cy="10287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14599" y="259461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image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79" y="34518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Yaourt nature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68879" y="37444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Danone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468879" y="3954780"/>
            <a:ext cx="347472" cy="25603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68879" y="3973067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880359" y="3954780"/>
            <a:ext cx="594360" cy="25603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80359" y="3973067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NOVA 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532119" y="2286000"/>
            <a:ext cx="3017520" cy="2286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605271" y="2359152"/>
            <a:ext cx="2871216" cy="10287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79" y="259461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image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59" y="34518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Yaourt aux fruits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23559" y="37444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Yoplait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623559" y="3954780"/>
            <a:ext cx="347472" cy="256032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23559" y="3973067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35039" y="3954780"/>
            <a:ext cx="594360" cy="25603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35039" y="3973067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NOVA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Interface — Analyse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Mockup UI · vues Tableau &amp; Statistiques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13/18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81381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813816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46304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1" y="1463040"/>
            <a:ext cx="109728" cy="109728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146304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1444752"/>
            <a:ext cx="731520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1453896"/>
            <a:ext cx="7223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localhost:3000/?q=yaourt&amp;view=stats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828800"/>
            <a:ext cx="4475988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1828800"/>
            <a:ext cx="4475988" cy="106299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901952"/>
            <a:ext cx="1698955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Segoe UI"/>
              </a:defRPr>
            </a:pPr>
            <a:r>
              <a:t>Produit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3627" y="1901952"/>
            <a:ext cx="579958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Segoe UI"/>
              </a:defRPr>
            </a:pPr>
            <a:r>
              <a:t>Nutri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5025" y="1901952"/>
            <a:ext cx="893277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Segoe UI"/>
              </a:defRPr>
            </a:pPr>
            <a:r>
              <a:t>Énergie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9742" y="1901952"/>
            <a:ext cx="938037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Segoe UI"/>
              </a:defRPr>
            </a:pPr>
            <a:r>
              <a:t>Sucres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891790"/>
            <a:ext cx="4475988" cy="106299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2964942"/>
            <a:ext cx="1698955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Yaourt nature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76195" y="2946654"/>
            <a:ext cx="256032" cy="95326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76195" y="2983230"/>
            <a:ext cx="256032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5025" y="2964942"/>
            <a:ext cx="893277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61 kcal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59742" y="2964942"/>
            <a:ext cx="938037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4.5 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954780"/>
            <a:ext cx="4475988" cy="106299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027932"/>
            <a:ext cx="1698955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Yaourt aux fruits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76195" y="4009644"/>
            <a:ext cx="256032" cy="953262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76195" y="4046220"/>
            <a:ext cx="256032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75025" y="4027932"/>
            <a:ext cx="893277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98 kcal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59742" y="4027932"/>
            <a:ext cx="938037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12 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017770"/>
            <a:ext cx="4475988" cy="106299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090922"/>
            <a:ext cx="1698955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Yaourt 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76195" y="5072634"/>
            <a:ext cx="256032" cy="95326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76195" y="5109210"/>
            <a:ext cx="256032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75025" y="5090922"/>
            <a:ext cx="893277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45 kcal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59742" y="5090922"/>
            <a:ext cx="938037" cy="97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5 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23052" y="1828800"/>
            <a:ext cx="30925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14492" y="1901952"/>
            <a:ext cx="29096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Distribution Nutri-Score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05932" y="2103120"/>
            <a:ext cx="472196" cy="3749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5932" y="5870448"/>
            <a:ext cx="472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51280" y="3352800"/>
            <a:ext cx="472196" cy="249936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51280" y="5870448"/>
            <a:ext cx="472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6629" y="4290060"/>
            <a:ext cx="472196" cy="15621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6629" y="5870448"/>
            <a:ext cx="472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41977" y="5227320"/>
            <a:ext cx="472196" cy="624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1977" y="5870448"/>
            <a:ext cx="472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7325" y="5539740"/>
            <a:ext cx="472196" cy="3124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7325" y="5870448"/>
            <a:ext cx="472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Notre API 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Couche intelligente entre l'UI et OpenFoodFacts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14/18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840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4864" cy="685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GET 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{"status":"ok"}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3840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148840"/>
            <a:ext cx="54864" cy="6858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40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GET /api/search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4963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12 paramètres · filtres · tri · pagination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26080"/>
            <a:ext cx="38404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926080"/>
            <a:ext cx="54864" cy="685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17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GET /api/product/{code}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2735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Détail + alternatives par catégorie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371600"/>
            <a:ext cx="4069080" cy="2331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0" y="1371600"/>
            <a:ext cx="406908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481328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onsolas"/>
              </a:defRPr>
            </a:pPr>
            <a:r>
              <a:t>{ "count": 12, "totalFromOff": 1234,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1682496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"page": 1, "pageSize": 50,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1883664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"products": [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084832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onsolas"/>
              </a:defRPr>
            </a:pPr>
            <a:r>
              <a:t>    { "code": "...", "product_name": "...",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2286000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onsolas"/>
              </a:defRPr>
            </a:pPr>
            <a:r>
              <a:t>      "nutriscore_grade": "a"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2487168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 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2688336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79476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Paramètres /api/search : q · brand · country · nutriscore · nova · minEnergy · maxEnergy · minSugar · maxSugar · minFat · maxFat · sortBy · order · page · pageSize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434840"/>
            <a:ext cx="187451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434840"/>
            <a:ext cx="1874519" cy="502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4599432"/>
            <a:ext cx="1545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Cache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4965192"/>
            <a:ext cx="15453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TTL 300 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14600" y="4434840"/>
            <a:ext cx="187451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14600" y="4434840"/>
            <a:ext cx="1874519" cy="5029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79192" y="4599432"/>
            <a:ext cx="1545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Rate limit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79192" y="4965192"/>
            <a:ext cx="15453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30 req/min/IP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26280" y="4434840"/>
            <a:ext cx="187451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26280" y="4434840"/>
            <a:ext cx="1874519" cy="5029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90872" y="4599432"/>
            <a:ext cx="1545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4965192"/>
            <a:ext cx="15453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CountryUtils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37960" y="4434840"/>
            <a:ext cx="187451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37960" y="4434840"/>
            <a:ext cx="1874519" cy="502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02552" y="4599432"/>
            <a:ext cx="1545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Erreurs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02552" y="4965192"/>
            <a:ext cx="15453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502 · 504 · 400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Défis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Problèmes rencontrés et réponses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15/18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840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840480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Latence OpenFoodFacts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9280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Timeout configurable (OFF_TIMEOUT_MS=10s) · erreur 504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417320"/>
            <a:ext cx="3840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417320"/>
            <a:ext cx="3840480" cy="457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554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Surcharge API externe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89280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Cache mémoire 300s · rate limit 30 req/min/IP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39"/>
            <a:ext cx="3840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291839"/>
            <a:ext cx="3840480" cy="457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2899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Pays hétérogènes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67327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CountryUtils — normalisation noms et codes pays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291839"/>
            <a:ext cx="3840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63440" y="3291839"/>
            <a:ext cx="3840480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342899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Erreurs upstream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767327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502 Bad Gateway · 504 Gateway Timeout · messages JSON clairs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Démo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Segoe UI"/>
              </a:defRPr>
            </a:pPr>
            <a:r>
              <a:t>Lancement · scénario oral · ~5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16/18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8404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384048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  <a:latin typeface="Consolas"/>
              </a:defRPr>
            </a:pPr>
            <a:r>
              <a:t>$ cd backend_scala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73936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  <a:latin typeface="Consolas"/>
              </a:defRPr>
            </a:pPr>
            <a:r>
              <a:t>$ .\sbt.bat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9339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# → http://localhost:8080/health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21284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243230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  <a:latin typeface="Consolas"/>
              </a:defRPr>
            </a:pPr>
            <a:r>
              <a:t>$ cd frontend_react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5176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  <a:latin typeface="Consolas"/>
              </a:defRPr>
            </a:pPr>
            <a:r>
              <a:t>$ npm run dev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71216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# → http://localhost:3000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417320"/>
            <a:ext cx="4069080" cy="4389120"/>
          </a:xfrm>
          <a:prstGeom prst="round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15544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Scénario yaourt (5 étapes)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9659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1. Rechercher « yaourt 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40487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2. Filtrer Nutri-Score A et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84378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3. Passer en vue Tableau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2826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4. Ouvrir une fiche produit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72160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5. Montrer alternatives + lien 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Backend :8080  ·  Frontend :3000  ·  URL partageable  ·  thème clair/sombre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Évolutions possibles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Segoe UI"/>
              </a:defRPr>
            </a:pPr>
            <a:r>
              <a:t>17/18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840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840480" cy="502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81912"/>
            <a:ext cx="3511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Favoris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47672"/>
            <a:ext cx="35112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Sauvegarder des produits en local ou compte utilisateur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417320"/>
            <a:ext cx="3840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417320"/>
            <a:ext cx="3840480" cy="5029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2" y="1581912"/>
            <a:ext cx="3511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Comparaison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1947672"/>
            <a:ext cx="35112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Vue side-by-side de 2 à 4 produits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39"/>
            <a:ext cx="3840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291839"/>
            <a:ext cx="3840480" cy="5029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56431"/>
            <a:ext cx="3511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Export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3822191"/>
            <a:ext cx="35112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Télécharger les résultats filtrés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291839"/>
            <a:ext cx="3840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63440" y="3291839"/>
            <a:ext cx="3840480" cy="502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2" y="3456431"/>
            <a:ext cx="35112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PWA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3822191"/>
            <a:ext cx="35112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▸  Application installable sur mobile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303520"/>
            <a:ext cx="3474720" cy="34747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En résumé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148840"/>
            <a:ext cx="6949440" cy="731520"/>
          </a:xfrm>
          <a:prstGeom prst="round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240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Open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585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OpenFoodFacts — 3M+ produits, licence ODbL, API publique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017520"/>
            <a:ext cx="6949440" cy="731520"/>
          </a:xfrm>
          <a:prstGeom prst="round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108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1272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FoodFact valorise les données via UX, filtres et comparaisons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886200"/>
            <a:ext cx="6949440" cy="731520"/>
          </a:xfrm>
          <a:prstGeom prst="round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977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99592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Next.js + Scala/http4s — cache, rate limit, tests MUnit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754880"/>
            <a:ext cx="6949440" cy="731520"/>
          </a:xfrm>
          <a:prstGeom prst="round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846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86460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Manger mieux grâce à des données publiques réutilisables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864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Merci — Questions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github.com/Yamnyr/NutriRecherche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FoodFact · NutriRecherche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