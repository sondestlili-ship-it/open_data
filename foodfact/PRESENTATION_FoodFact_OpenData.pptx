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FoodFact Recherche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64748B"/>
                </a:solidFill>
              </a:defRPr>
            </a:pPr>
            <a:r>
              <a:t>Application web &amp; Open Data alimentaire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Projet NutriRecherche — OpenFoodFacts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Plan de la présentation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1. Contexte et objectifs du projet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2. Qu'est-ce que l'Open Data ?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3. OpenFoodFacts : notre source de données ouvertes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4. Avons-nous utilisé de l'Open Data ? (Oui !)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5. Architecture de l'application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6. Technologies et outils utilisés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7. Fonctionnalités de l'application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8. Flux de données (Open Data → App)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9. Données consommées et API</a:t>
            </a:r>
          </a:p>
          <a:p>
            <a:pPr>
              <a:spcAft>
                <a:spcPts val="1000"/>
              </a:spcAft>
              <a:defRPr sz="1700">
                <a:solidFill>
                  <a:srgbClr val="1E293B"/>
                </a:solidFill>
              </a:defRPr>
            </a:pPr>
            <a:r>
              <a:t>10. Intérêt, limites et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Contexte et 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Problème : difficile de comparer rapidement les produits alimentaires (nutrition, scores, allergènes…)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Objectif : créer une application web accessible pour rechercher et explorer des produits alimentaires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Approche : réutiliser des données ouvertes existantes plutôt que créer une base propriétaire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Public visé : consommateurs, étudiants, curieux de l'alimentation responsable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Nom du projet : FoodFact Recherche (NutriRecherche)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Qu'est-ce que l'Open Data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Données ouvertes = données librement accessibles, réutilisables et redistribuables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Caractéristiques : gratuité, format ouvert (JSON, CSV…), licence permissive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Intérêt : transparence, innovation, création d'applications sans recréer les données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Exemples : OpenStreetMap (cartes), data.gouv.fr (administration), OpenFoodFacts (alimentation)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Dans notre projet : nous consommons de l'Open Data, nous ne produisons pas de jeu de données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OpenFoodFacts — Base de données ouverte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OpenFoodFacts (OFF) : base collaborative mondiale de produits alimentaires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Site : https://world.openfoodfacts.org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Licence : Open Database License (ODbL) — données ouvertes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Contenu : nom, marque, ingrédients, allergènes, Nutri-Score, Éco-Score, NOVA, images…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Alimentée par des bénévoles et des scans de codes-barres (crowdsourcing)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Plus de 3 millions de produits référencés dans le monde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Avons-nous fait de l'Open Data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✅ OUI — Nous utilisons activement l'Open Data via OpenFoodFacts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Type d'usage : CONSOMMATEUR d'Open Data (API REST publique)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Nous ne publions pas notre propre jeu de données, mais une application qui valorise OFF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API utilisée directement par le backend Scala :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 • Recherche : world.openfoodfacts.org/cgi/search.pl (JSON)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 • Détail produit : world.openfoodfacts.org/api/v0/product/{code}.json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Lien retour vers OFF : bouton « Voir sur OpenFoodFacts » sur chaque fiche produit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Architecture de l'application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Architecture client-serveur en 3 couches :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🖥️ Frontend (Next.js) — port 3000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 Interface utilisateur : recherche, filtres, graphiques, fiche produit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⚙️ Backend (Scala / http4s) — port 8080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 API REST intermédiaire : filtrage, tri, cache, pagination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🌍 OpenFoodFacts (Open Data externe)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   Source de vérité des données produits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Technologies utilisées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Frontend :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   • Next.js 16 + React 19 + TypeScript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   • Tailwind CSS (interface responsive)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   • Recharts (statistiques), Lucide (icônes)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Backend :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   • Scala 3.3 + sbt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   • http4s (serveur HTTP), Circe (JSON), Cats Effect (async)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DevOps / outils :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   • Git, npm, Docker Compose, MUnit (tests)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Fonctionnalités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🔍 Recherche textuelle avec debounce et URL partageable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🏷️ Filtres : marque, pays, Nutri-Score (A–E), NOVA (1–4), calories/sucres/graisses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📊 3 vues : grille, tableau triable, statistiques (graphiques)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📄 Fiche produit : ingrédients, allergènes, scores, lien OpenFoodFacts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🔄 Alternatives plus saines (même catégorie, tri Nutri-Score)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📱 Pagination « Charger plus », mode clair/sombre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Flux de données Open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1. L'utilisateur saisit une recherche ou un filtre dans le navigateur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2. Le frontend (Next.js) appelle notre API : GET /api/search?q=...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3. Le backend Scala interroge OpenFoodFacts (JSON)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4. OFF renvoie les produits bruts (Open Data)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5. Notre backend filtre, trie, met en cache et renvoie une réponse enrichie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6. Le frontend affiche cartes, tableaux et graphiques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→ L'Open Data circule de OFF vers l'utilisateur via notre couche applicative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Données Open Data consommées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Identité : code-barres, nom, marque, catégories, quantité, pays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Nutrition (pour 100g) : énergie, sucres, graisses, sel, protéines, fibres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Scores : Nutri-Score (A–E), Éco-Score, groupe NOVA (1–4)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Santé : ingrédients, allergènes, labels (bio, sans gluten…)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Médias : images produit (URL)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Champs demandés explicitement à l'API OFF (optimisation des requêtes)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Notre API REST (couche intermédiaire)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GET /health — état du serveur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GET /api/search — recherche avec filtres et pagination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GET /api/product/{code} — détail + alternatives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Valeur ajoutée par rapport à OFF brut :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   • Filtres combinés (pays, marque, Nutri-Score, NOVA, nutrition)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   • Normalisation des pays (France, Tunisie, USA…)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   • Cache mémoire, rate limiting, gestion d'erreurs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   • Réponse structurée pour le frontend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Intérêt, limites et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Intérêt Open Data :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   • Pas de base à construire manuellement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   • Données riches, mises à jour par la communauté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   • Projet pédagogique sur la réutilisation de données ouvertes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Limites :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   • Qualité variable selon les produits (données incomplètes)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   • Dépendance à l'API externe (latence, disponibilité)</a:t>
            </a: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1E293B"/>
                </a:solidFill>
              </a:defRPr>
            </a:pPr>
            <a:r>
              <a:t>Perspectives : export CSV, comparaison produits, scan code-barres mobile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FoodFact Recherche est une application web qui VALORISE l'Open Data alimentaire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Source Open Data : OpenFoodFacts (licence ouverte, API publique)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Stack : Next.js (frontend) + Scala/http4s (backend)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L'Open Data permet de se concentrer sur l'expérience utilisateur et l'analyse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Merci pour votre attention !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